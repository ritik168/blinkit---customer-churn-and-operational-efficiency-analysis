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1" y="-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5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11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77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7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8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76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9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8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7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03C42-01BF-4718-B495-995F1C2FA02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D9E35-E0FC-41A9-BAC8-25EC0A082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3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u="sng" dirty="0" smtClean="0"/>
              <a:t>Business Problem</a:t>
            </a:r>
            <a:endParaRPr lang="en-IN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Scenario:  </a:t>
            </a:r>
            <a:r>
              <a:rPr lang="en-US" sz="2000" b="1" dirty="0" err="1" smtClean="0"/>
              <a:t>Blinkit</a:t>
            </a:r>
            <a:r>
              <a:rPr lang="en-US" sz="2000" b="1" dirty="0" smtClean="0"/>
              <a:t> has launched several new stores in multiple cities and wants to ensure high operational efficiency and customer satisfaction. You have been given a sample dataset containing information about orders, customers, and stores to identify key trends, operational bottlenecks, and strategies for business growth</a:t>
            </a:r>
            <a:endParaRPr lang="en-IN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4005064"/>
            <a:ext cx="76328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Table Name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smtClean="0"/>
              <a:t>Orders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smtClean="0"/>
              <a:t>Customers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smtClean="0"/>
              <a:t>Stores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 smtClean="0"/>
              <a:t>Order_Details</a:t>
            </a:r>
            <a:endParaRPr lang="en-US" sz="2000" b="1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smtClean="0"/>
              <a:t>Products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22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u="sng" dirty="0" smtClean="0"/>
              <a:t>Business Problem</a:t>
            </a:r>
            <a:endParaRPr lang="en-IN" sz="4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u="sng" dirty="0" smtClean="0"/>
              <a:t>Part A: SQL Proficiency (Operational Analysis)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2200" dirty="0" smtClean="0"/>
              <a:t>1. Calculate the average delivery time for all orders in each city. </a:t>
            </a:r>
          </a:p>
          <a:p>
            <a:pPr marL="0" indent="0">
              <a:buNone/>
            </a:pPr>
            <a:r>
              <a:rPr lang="en-US" sz="2200" dirty="0" smtClean="0"/>
              <a:t>2. Find the top 3 customers based on the total order value they have placed.</a:t>
            </a:r>
          </a:p>
          <a:p>
            <a:pPr marL="0" indent="0">
              <a:buNone/>
            </a:pPr>
            <a:r>
              <a:rPr lang="en-US" sz="2200" dirty="0" smtClean="0"/>
              <a:t>3. Retrieve the top 3 most frequently ordered products in Mumbai. </a:t>
            </a:r>
          </a:p>
          <a:p>
            <a:pPr marL="0" indent="0">
              <a:buNone/>
            </a:pPr>
            <a:r>
              <a:rPr lang="en-US" sz="2200" dirty="0" smtClean="0"/>
              <a:t>4. Identify the number of customers who have not placed an order in the last 30 days. </a:t>
            </a:r>
          </a:p>
          <a:p>
            <a:pPr marL="0" indent="0">
              <a:buNone/>
            </a:pPr>
            <a:r>
              <a:rPr lang="en-US" sz="2200" dirty="0" smtClean="0"/>
              <a:t>5. Calculate the total revenue generated by each store.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84148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u="sng" dirty="0" smtClean="0"/>
              <a:t>Part B: Problem Solving (Customer Retention &amp; Churn Analysis) </a:t>
            </a:r>
            <a:endParaRPr lang="en-IN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1. Write a SQL query to identify customers who placed only one order in the last 3 months. </a:t>
            </a:r>
          </a:p>
          <a:p>
            <a:pPr marL="0" indent="0">
              <a:buNone/>
            </a:pPr>
            <a:r>
              <a:rPr lang="en-US" sz="2400" dirty="0" smtClean="0"/>
              <a:t>2. Create a list of cities with high percentages of single-order customers. </a:t>
            </a:r>
          </a:p>
          <a:p>
            <a:pPr marL="0" indent="0">
              <a:buNone/>
            </a:pPr>
            <a:r>
              <a:rPr lang="en-US" sz="2400" dirty="0" smtClean="0"/>
              <a:t>3. Suggest 3 features you would consider to build a customer churn prediction model. </a:t>
            </a:r>
          </a:p>
          <a:p>
            <a:pPr marL="0" indent="0">
              <a:buNone/>
            </a:pPr>
            <a:r>
              <a:rPr lang="en-US" sz="2400" dirty="0" smtClean="0"/>
              <a:t>4. Based on the above, outline 2-3 strategies </a:t>
            </a:r>
            <a:r>
              <a:rPr lang="en-US" sz="2400" dirty="0" err="1" smtClean="0"/>
              <a:t>Blinkit</a:t>
            </a:r>
            <a:r>
              <a:rPr lang="en-US" sz="2400" dirty="0" smtClean="0"/>
              <a:t> could implement to improve customer retention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514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74141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u="sng" dirty="0" smtClean="0"/>
              <a:t>Part C: Business Case Study (Efficiency &amp; Growth Strategy) </a:t>
            </a:r>
            <a:endParaRPr lang="en-IN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137323"/>
          </a:xfrm>
        </p:spPr>
        <p:txBody>
          <a:bodyPr>
            <a:noAutofit/>
          </a:bodyPr>
          <a:lstStyle/>
          <a:p>
            <a:r>
              <a:rPr lang="en-US" sz="2400" dirty="0" smtClean="0"/>
              <a:t>1. Analyze the relationship between the distance covered by delivery agents and the average delivery time. Use SQL to derive correlation metrics. </a:t>
            </a:r>
          </a:p>
          <a:p>
            <a:r>
              <a:rPr lang="en-US" sz="2400" dirty="0" smtClean="0"/>
              <a:t>2. Recommend 3 strategies to optimize store-level operations and improve delivery efficiency. </a:t>
            </a:r>
          </a:p>
          <a:p>
            <a:r>
              <a:rPr lang="en-US" sz="2400" dirty="0" smtClean="0"/>
              <a:t>3. Develop a Revenue Maximization Formula for </a:t>
            </a:r>
            <a:r>
              <a:rPr lang="en-US" sz="2400" dirty="0" err="1" smtClean="0"/>
              <a:t>Blinkit</a:t>
            </a:r>
            <a:r>
              <a:rPr lang="en-US" sz="2400" dirty="0" smtClean="0"/>
              <a:t> using the most relevant factors and explain those as well </a:t>
            </a:r>
          </a:p>
          <a:p>
            <a:r>
              <a:rPr lang="en-US" sz="2400" dirty="0" smtClean="0"/>
              <a:t>4. Generate a Per Order Profit Maximization Formula based on your understanding of </a:t>
            </a:r>
            <a:r>
              <a:rPr lang="en-US" sz="2400" dirty="0" err="1" smtClean="0"/>
              <a:t>Blinkit</a:t>
            </a:r>
            <a:r>
              <a:rPr lang="en-US" sz="2400" dirty="0"/>
              <a:t> </a:t>
            </a:r>
            <a:r>
              <a:rPr lang="en-US" sz="2400" dirty="0" smtClean="0"/>
              <a:t>and Quick Commerce </a:t>
            </a:r>
          </a:p>
          <a:p>
            <a:r>
              <a:rPr lang="en-US" sz="2400" dirty="0" smtClean="0"/>
              <a:t>5. Make a holistic comparison of </a:t>
            </a:r>
            <a:r>
              <a:rPr lang="en-US" sz="2400" dirty="0" err="1" smtClean="0"/>
              <a:t>Blinkit</a:t>
            </a:r>
            <a:r>
              <a:rPr lang="en-US" sz="2400" dirty="0" smtClean="0"/>
              <a:t>, </a:t>
            </a:r>
            <a:r>
              <a:rPr lang="en-US" sz="2400" dirty="0" err="1" smtClean="0"/>
              <a:t>Zepto</a:t>
            </a:r>
            <a:r>
              <a:rPr lang="en-US" sz="2400" dirty="0" smtClean="0"/>
              <a:t>, </a:t>
            </a:r>
            <a:r>
              <a:rPr lang="en-US" sz="2400" dirty="0" err="1" smtClean="0"/>
              <a:t>Instamart</a:t>
            </a:r>
            <a:r>
              <a:rPr lang="en-US" sz="2400" dirty="0" smtClean="0"/>
              <a:t> and on most important factors. You can use the internet for gathering relevant data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398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339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Business Problem</vt:lpstr>
      <vt:lpstr>Business Problem</vt:lpstr>
      <vt:lpstr>Part B: Problem Solving (Customer Retention &amp; Churn Analysis) </vt:lpstr>
      <vt:lpstr>Part C: Business Case Study (Efficiency &amp; Growth Strategy)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Problem</dc:title>
  <dc:creator>sachin sen</dc:creator>
  <cp:lastModifiedBy>sachin sen</cp:lastModifiedBy>
  <cp:revision>2</cp:revision>
  <dcterms:created xsi:type="dcterms:W3CDTF">2025-12-03T06:53:25Z</dcterms:created>
  <dcterms:modified xsi:type="dcterms:W3CDTF">2025-12-03T07:09:36Z</dcterms:modified>
</cp:coreProperties>
</file>